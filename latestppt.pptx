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7" r:id="rId4"/>
    <p:sldId id="266" r:id="rId5"/>
    <p:sldId id="268" r:id="rId6"/>
    <p:sldId id="269" r:id="rId7"/>
    <p:sldId id="270" r:id="rId8"/>
    <p:sldId id="271" r:id="rId9"/>
    <p:sldId id="264" r:id="rId10"/>
    <p:sldId id="265" r:id="rId11"/>
    <p:sldId id="272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A084DC-4861-45E8-8509-F51C38AC1F76}" v="1" dt="2026-03-26T04:47:57.6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F497E20-3AFD-2D12-307E-4430A6A2E10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762000" y="255639"/>
            <a:ext cx="7620000" cy="595834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0606" y="1523335"/>
            <a:ext cx="8229600" cy="1143000"/>
          </a:xfrm>
        </p:spPr>
        <p:txBody>
          <a:bodyPr/>
          <a:lstStyle/>
          <a:p>
            <a:r>
              <a:rPr b="1" dirty="0"/>
              <a:t>Gold Price Dynamics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9549" y="2809568"/>
            <a:ext cx="8229600" cy="1939413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/>
              <a:t>Power BI </a:t>
            </a:r>
            <a:endParaRPr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0506FD-5AC3-0DCA-305C-7879AE34F02D}"/>
              </a:ext>
            </a:extLst>
          </p:cNvPr>
          <p:cNvSpPr txBox="1"/>
          <p:nvPr/>
        </p:nvSpPr>
        <p:spPr>
          <a:xfrm>
            <a:off x="5820697" y="5211097"/>
            <a:ext cx="23371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NAME:SINGAM LATHA</a:t>
            </a:r>
          </a:p>
          <a:p>
            <a:r>
              <a:rPr lang="en-US" b="1" dirty="0"/>
              <a:t>STD ID:AF05100687</a:t>
            </a:r>
            <a:endParaRPr lang="en-IN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06CB5DA-8341-DC1A-EE1B-A371BEF2C8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999" t="3027" b="15703"/>
          <a:stretch>
            <a:fillRect/>
          </a:stretch>
        </p:blipFill>
        <p:spPr>
          <a:xfrm>
            <a:off x="457200" y="1346123"/>
            <a:ext cx="8534400" cy="503411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/>
              <a:t>• Analyze gold price trends over time</a:t>
            </a:r>
          </a:p>
          <a:p>
            <a:pPr marL="0" indent="0">
              <a:buNone/>
            </a:pPr>
            <a:r>
              <a:rPr b="1" dirty="0"/>
              <a:t>• Compare monthly and yearly data</a:t>
            </a:r>
          </a:p>
          <a:p>
            <a:pPr marL="0" indent="0">
              <a:buNone/>
            </a:pPr>
            <a:r>
              <a:rPr b="1" dirty="0"/>
              <a:t>• Visualize trading volume</a:t>
            </a:r>
          </a:p>
          <a:p>
            <a:pPr marL="0" indent="0">
              <a:buNone/>
            </a:pPr>
            <a:r>
              <a:rPr b="1" dirty="0"/>
              <a:t>• Provide insights using dashboards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A4EA148-5214-EA8B-E037-8CBA5F42F89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BFD9F2B-C263-06E7-C99C-DF860875D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Sources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ED3A7C-F51F-A1E0-3795-01C9B74B73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Kaggle Dataset (Gold Price Data)</a:t>
            </a:r>
          </a:p>
          <a:p>
            <a:r>
              <a:rPr lang="en-US" dirty="0"/>
              <a:t>Fields Include: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Date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Open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High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Low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Close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Volume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5040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2CD49B5-8B56-4960-37C6-59485586A7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1072382"/>
            <a:ext cx="3008313" cy="5053781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Top - KPI Cards (High ,Low ,Latest Price)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Middle - Price Trend Chart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Bottom -Monthly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Filters – Data Slicer</a:t>
            </a:r>
            <a:endParaRPr lang="en-IN" sz="2800" dirty="0"/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D6D6A7-4848-709C-0E1E-E6ACED10A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446" y="1160206"/>
            <a:ext cx="5594554" cy="5053781"/>
          </a:xfrm>
          <a:prstGeom prst="rect">
            <a:avLst/>
          </a:prstGeom>
        </p:spPr>
      </p:pic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7356C68-6867-C563-C7C6-FA33A36025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Dashboard Overview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7565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D0CE012-DA9C-B357-E5FC-C53DE2D8A13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41AFE1-9958-5AF9-BE77-F2DBBA8A3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Price Summary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6AB7C-0A6B-4398-6518-7C1547EC52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KPI cards include: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Highest Gold Price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Lowest Gold Price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Latest Gold Price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9683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EA3068F-5FF0-A1DD-A781-75BF279BD91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81280" y="111760"/>
            <a:ext cx="8900160" cy="65938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5EAB3F-0A00-51D1-3657-582035FF2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4C28F-A84F-EEE9-0972-F9E97BB1F2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Displays price trends over time</a:t>
            </a:r>
          </a:p>
          <a:p>
            <a:r>
              <a:rPr lang="en-US" dirty="0"/>
              <a:t>Shows price fluctuation</a:t>
            </a:r>
            <a:r>
              <a:rPr lang="en-IN" dirty="0"/>
              <a:t>(High &amp; Low)</a:t>
            </a:r>
          </a:p>
          <a:p>
            <a:r>
              <a:rPr lang="en-IN" dirty="0"/>
              <a:t>Monthly comparison of gold prices</a:t>
            </a:r>
          </a:p>
          <a:p>
            <a:r>
              <a:rPr lang="en-IN" dirty="0"/>
              <a:t>Interactive filtering using slicer</a:t>
            </a:r>
          </a:p>
          <a:p>
            <a:r>
              <a:rPr lang="en-IN" dirty="0"/>
              <a:t>Easy-to-understand visualization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4325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BB0A7AB-8B5F-127B-E803-83E3BFACF5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625" t="-12596" r="1520" b="15146"/>
          <a:stretch>
            <a:fillRect/>
          </a:stretch>
        </p:blipFill>
        <p:spPr>
          <a:xfrm>
            <a:off x="91440" y="-914400"/>
            <a:ext cx="8808720" cy="74977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FC8F177-C8D3-D444-89D1-5633B2C8A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Price Trend 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3C405-D8F5-AD1F-F1C4-C63690A05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15440"/>
            <a:ext cx="8229600" cy="4525963"/>
          </a:xfrm>
        </p:spPr>
        <p:txBody>
          <a:bodyPr/>
          <a:lstStyle/>
          <a:p>
            <a:r>
              <a:rPr lang="en-US" dirty="0"/>
              <a:t>Line/Combo Chart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 close price over years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Displays volume alongside price</a:t>
            </a:r>
          </a:p>
          <a:p>
            <a:r>
              <a:rPr lang="en-IN" dirty="0"/>
              <a:t>Helps identify: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IN" dirty="0"/>
              <a:t>Growth trends 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IN" dirty="0"/>
              <a:t>Sudden increases/decreases</a:t>
            </a:r>
          </a:p>
        </p:txBody>
      </p:sp>
    </p:spTree>
    <p:extLst>
      <p:ext uri="{BB962C8B-B14F-4D97-AF65-F5344CB8AC3E}">
        <p14:creationId xmlns:p14="http://schemas.microsoft.com/office/powerpoint/2010/main" val="12377987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7EBBAA1-E892-CC80-8AEB-3901E8E7D29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9857456-A115-8CD6-0072-DAD91881D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Monthly 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6BB0E3-74C0-E19F-5634-770BF3E615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Bar Chart 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Shows average close price by month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Helps identify: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High-performance months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Seasonal trends</a:t>
            </a:r>
          </a:p>
        </p:txBody>
      </p:sp>
    </p:spTree>
    <p:extLst>
      <p:ext uri="{BB962C8B-B14F-4D97-AF65-F5344CB8AC3E}">
        <p14:creationId xmlns:p14="http://schemas.microsoft.com/office/powerpoint/2010/main" val="20694483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Power BI</a:t>
            </a:r>
          </a:p>
          <a:p>
            <a:pPr marL="0" indent="0">
              <a:buNone/>
            </a:pPr>
            <a:r>
              <a:rPr dirty="0"/>
              <a:t>• DAX (Data Analysis Expressions)</a:t>
            </a:r>
          </a:p>
          <a:p>
            <a:pPr marL="0" indent="0">
              <a:buNone/>
            </a:pPr>
            <a:r>
              <a:rPr dirty="0"/>
              <a:t>• Excel Dataset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0A7794-B783-A5EA-2C44-9BFBC59571D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3903406" y="-68826"/>
            <a:ext cx="5240594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AE65B6-4E53-7090-4FDA-53C2D5D377B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156764" y="91440"/>
            <a:ext cx="8814516" cy="66751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Dashboard provides clear insights</a:t>
            </a:r>
          </a:p>
          <a:p>
            <a:pPr marL="0" indent="0">
              <a:buNone/>
            </a:pPr>
            <a:r>
              <a:rPr dirty="0"/>
              <a:t>• Helps in decision making</a:t>
            </a:r>
          </a:p>
          <a:p>
            <a:pPr marL="0" indent="0">
              <a:buNone/>
            </a:pPr>
            <a:r>
              <a:rPr dirty="0"/>
              <a:t>• Easy and interactive visualization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DB8874B-113B-3029-9EDD-63FDB18D36C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F13DDC5-EFE0-B211-8F68-AADE4CBE0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961" y="2604884"/>
            <a:ext cx="8509820" cy="1143000"/>
          </a:xfrm>
        </p:spPr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00820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199</Words>
  <Application>Microsoft Office PowerPoint</Application>
  <PresentationFormat>On-screen Show (4:3)</PresentationFormat>
  <Paragraphs>56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Wingdings</vt:lpstr>
      <vt:lpstr>Office Theme</vt:lpstr>
      <vt:lpstr>Gold Price Dynamics Dashboard</vt:lpstr>
      <vt:lpstr>Objective</vt:lpstr>
      <vt:lpstr>Data Sources </vt:lpstr>
      <vt:lpstr>PowerPoint Presentation</vt:lpstr>
      <vt:lpstr>Price Summary</vt:lpstr>
      <vt:lpstr>Features</vt:lpstr>
      <vt:lpstr>Price Trend Analysis</vt:lpstr>
      <vt:lpstr>Monthly Analysis</vt:lpstr>
      <vt:lpstr>Tools &amp; Technologies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SINGAM</dc:creator>
  <cp:keywords/>
  <dc:description>generated using python-pptx</dc:description>
  <cp:lastModifiedBy>LATHA SINGAM</cp:lastModifiedBy>
  <cp:revision>6</cp:revision>
  <dcterms:created xsi:type="dcterms:W3CDTF">2013-01-27T09:14:16Z</dcterms:created>
  <dcterms:modified xsi:type="dcterms:W3CDTF">2026-03-26T08:52:28Z</dcterms:modified>
  <cp:category/>
</cp:coreProperties>
</file>